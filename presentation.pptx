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F8F6F"/>
                </a:solidFill>
              </a:defRPr>
            </a:pPr>
            <a:r>
              <a:t>FinVault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Secure, Offline-First Wealth Manager</a:t>
            </a:r>
          </a:p>
          <a:p/>
          <a:p>
            <a:r>
              <a:t>9 Major Features &amp;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Unified Financial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Aggregates all components of net worth in a single view:</a:t>
            </a:r>
          </a:p>
          <a:p>
            <a:r>
              <a:t>• Net Worth Summary: Displays total assets and liabilities in real-time.</a:t>
            </a:r>
          </a:p>
          <a:p>
            <a:r>
              <a:t>• Today's Movers: Lists daily stock and mutual fund changes.</a:t>
            </a:r>
          </a:p>
          <a:p>
            <a:r>
              <a:t>• Visual Trends: Net worth progression line chart over 12 months.</a:t>
            </a:r>
          </a:p>
          <a:p>
            <a:r>
              <a:t>• Budget Gauges: High-level visual indicators of monthly expenses.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Targeted Wealth Feed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Holding-specific news feed and market impact insights:</a:t>
            </a:r>
          </a:p>
          <a:p>
            <a:r>
              <a:t>• Zero-Key RSS Fetching: Aggregates Google News RSS feeds for free.</a:t>
            </a:r>
          </a:p>
          <a:p>
            <a:r>
              <a:t>• Affected Asset Matching: Connects news items to the user's holdings.</a:t>
            </a:r>
          </a:p>
          <a:p>
            <a:r>
              <a:t>• Sentiment Analysis: Maps positive and negative market factors directly to affected asset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Multi-Class Asset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Full-lifecycle management of diverse asset categories:</a:t>
            </a:r>
          </a:p>
          <a:p>
            <a:r>
              <a:t>• Supported Classes: Mutual Funds, Equities, FDs, Digital/Physical Gold, SGBs, PPF, Real Estate.</a:t>
            </a:r>
          </a:p>
          <a:p>
            <a:r>
              <a:t>• Automated Valuation: Live pricing via Yahoo Finance API &amp; mfapi.in.</a:t>
            </a:r>
          </a:p>
          <a:p>
            <a:r>
              <a:t>• Performance Benchmarking: Automatic CAGR and XIRR return metrics compared to category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Expense &amp; Budget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cashflow and establish spending constraints:</a:t>
            </a:r>
          </a:p>
          <a:p>
            <a:r>
              <a:t>• Category Budgets: Set limits for Food, Transport, Rent, Shopping, etc.</a:t>
            </a:r>
          </a:p>
          <a:p>
            <a:r>
              <a:t>• Progress Visuals: Category spending bars showing remaining budgets.</a:t>
            </a:r>
          </a:p>
          <a:p>
            <a:r>
              <a:t>• Threshold Notifications: Automated in-app alerts at 85% and 100% limits.</a:t>
            </a:r>
          </a:p>
          <a:p>
            <a:r>
              <a:t>• Cash Sweep Integration: Links asset sales and redemptions directly to cash.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Financial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Purpose-driven wealth accumulation and planning:</a:t>
            </a:r>
          </a:p>
          <a:p>
            <a:r>
              <a:t>• Asset-Goal Allocation: Allocate percentages of individual assets to life milestones.</a:t>
            </a:r>
          </a:p>
          <a:p>
            <a:r>
              <a:t>• Pace Markers: Displays savings speed required to reach the target on time.</a:t>
            </a:r>
          </a:p>
          <a:p>
            <a:r>
              <a:t>• Health States: Evaluates goal health (On Track, Behind, Overdue, Completed).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Debt &amp; Loan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liabilities and accelerate debt-free timelines:</a:t>
            </a:r>
          </a:p>
          <a:p>
            <a:r>
              <a:t>• Unified Debt Manager: Amortization schedules for Home, Auto, and Personal loans.</a:t>
            </a:r>
          </a:p>
          <a:p>
            <a:r>
              <a:t>• EMI Scheduler: Tracks next payment due dates and amounts.</a:t>
            </a:r>
          </a:p>
          <a:p>
            <a:r>
              <a:t>• Prepayment Simulator: Computes interest savings and reduced tenures.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Insurance &amp;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Guard your wealth against emergency scenarios:</a:t>
            </a:r>
          </a:p>
          <a:p>
            <a:r>
              <a:t>• Policy Locker: Details Life, Health, and Auto coverages.</a:t>
            </a:r>
          </a:p>
          <a:p>
            <a:r>
              <a:t>• Provider Metrics: Tracks claim settlement ratios and added riders.</a:t>
            </a:r>
          </a:p>
          <a:p>
            <a:r>
              <a:t>• Premium Alerts: Triggers notifications for renewals and payments.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Secure Offline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Encryption locker for online credentials and keys:</a:t>
            </a:r>
          </a:p>
          <a:p>
            <a:r>
              <a:t>• Zero-Knowledge Scheme: Encryption key is derived solely from the user's master password.</a:t>
            </a:r>
          </a:p>
          <a:p>
            <a:r>
              <a:t>• AES-GCM Local Cryptography: Encrypts passwords before database insertion.</a:t>
            </a:r>
          </a:p>
          <a:p>
            <a:r>
              <a:t>• Strength Evaluator: Color-coded feedback on password complexity.</a:t>
            </a:r>
          </a:p>
          <a:p>
            <a:r>
              <a:t>• Pure Offline Storage: Safely lookup bank details without network exposure.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Interactive Wealth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Timeline-based annual financial achievements review:</a:t>
            </a:r>
          </a:p>
          <a:p>
            <a:r>
              <a:t>• Achievements Timeline: Scrollable review of important wealth events.</a:t>
            </a:r>
          </a:p>
          <a:p>
            <a:r>
              <a:t>• Asset Milestones: Marks properties bought, FD closures, or SGB maturities.</a:t>
            </a:r>
          </a:p>
          <a:p>
            <a:r>
              <a:t>• Goal Celebrations: Visual rewards for completing goal milestones.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FinVault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as a modular, offline-first mobile application:</a:t>
            </a:r>
          </a:p>
          <a:p>
            <a:r>
              <a:t>• Core Framework: React Native and Expo (v56) with TypeScript.</a:t>
            </a:r>
          </a:p>
          <a:p>
            <a:r>
              <a:t>• Router: File-based routing stack via Expo Router.</a:t>
            </a:r>
          </a:p>
          <a:p>
            <a:r>
              <a:t>• Storage Layer: SQLite (expo-sqlite) for local relational storage.</a:t>
            </a:r>
          </a:p>
          <a:p>
            <a:r>
              <a:t>• Encryption: AES-GCM key derived locally via expo-crypto.</a:t>
            </a:r>
          </a:p>
          <a:p>
            <a:r>
              <a:t>• Feeds Layer: Syncs Yahoo Finance charts, mfapi.in NAVs, and Google News Search, and caches them in market_cache.</a:t>
            </a:r>
          </a:p>
          <a:p>
            <a:r>
              <a:t>• Alert Layer: Background triggers generate in-app Notifications stored in SQLite.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